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7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</a:defRPr>
            </a:pPr>
            <a:r>
              <a:t>NOSCAM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Détecteur d'arnaques Mobile Money — Togo  •  AI4Youth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Collez un SMS Flooz / TMoney → ARNAQUE ou NORMAL + score. Modèle local, offline, reproductible.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github.com/yakuzas2345/ai4youth  •  Cybersécurité  •  Vidéo 2 min ce soir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7A55"/>
                </a:solidFill>
              </a:defRPr>
            </a:pPr>
            <a:r>
              <a:t>1  Problème : un vrai fléau togolais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4,96M abonnés Mobile Money, 1398 Mds FCFA / trimestre, 57% pénétration (ARCEP 2025)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Faux SMS quotidiens : « Flooz bloqué, cliquez », « envoie ton PIN », « c'est ton oncle »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GSMA 2025 : social engineering + SIM-swap top menaces, ~5 Mds $ pertes Afrique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Victimes : revendeuses Hédzranawoé/Agoè, élèves, seniors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Aucun filtre FR + Ewe/Mina existant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Ex SCAM : « Vous avez reçu 50000 FCFA, envoyez PIN »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Ex SCAM : « Compte Flooz bloqué, cliquez »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Ex NORMAL : « On se voit au marché demain ? »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Sources : sources_probleme_actions_impact.md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7A55"/>
                </a:solidFill>
              </a:defRPr>
            </a:pPr>
            <a:r>
              <a:t>2  NOSCAM : simple pour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But : dire en 1 seconde ARNAQUE ou NORMAL + confiance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Usage : colle SMS → Analyser → 🚨 ARNAQUE 95% / ✅ NORMAL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Si ARNAQUE : ne cliquez pas, ne renvoyez pas de PIN, signalez au 8000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Local, offline, 0 API, &lt;2s, bas-débit OK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Démo : make app → http://localhost:8501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Sous capot : TF-IDF 8000 mots → XGBoost 200 arbres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Entraîné sur 5600 SMS (UCI + 30 Togo x10)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Pas de jargon pour l'utilisateur final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7A55"/>
                </a:solidFill>
              </a:defRPr>
            </a:pPr>
            <a:r>
              <a:t>3  Preuve : 98% accuracy, F1 0,94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Split 70/15/15 stratifié : 3827 / 821 / 821, seed 42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LogReg F1-spam 0,87 vs XGBoost 0,92 (val) → XGBoost retenu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TEST : accuracy 0,98, F1-spam 0,94, ROC-AUC 0,985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Démo Togo : SCAM Flooz 100% / NORMAL marché 1%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Reproductible : make train (notebook vérifié)</a:t>
            </a:r>
          </a:p>
        </p:txBody>
      </p:sp>
      <p:pic>
        <p:nvPicPr>
          <p:cNvPr id="4" name="Picture 3" descr="confus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572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7A55"/>
                </a:solidFill>
              </a:defRPr>
            </a:pPr>
            <a:r>
              <a:t>4  Sprint 4 semaines : 500 SMS, app SMS, 200 sensibilisés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S1 : collecte 500 SMS réels Hédzranawoé/Agoè + consentement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S2 : ré-entraînement + test BERT/CamemBERT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S3 : app SMS (transfère → réponse ARNAQUE) + tests users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S4 : ateliers 200 personnes + vidéo 3-5 min + slides 15 min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Limites avouées : 30 Togo aujourd'hui, pas d'Ewe 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Équipe 2-3 : voir DOCUMENT_PROJET.md partie 3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Lien : github.com/yakuzas2345/ai4youth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Contact via formulaire AI4Youth 30/09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